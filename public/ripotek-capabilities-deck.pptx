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Ripotek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CAPABILITIES DECK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RIPOTEK TECHNOLOGIES INC.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Transform Data Into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Strategic Advantage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Design. Engineer. Deliver.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www.ripotek.com  |  info@ripotek.com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Company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Who We Are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</a:rPr>
              <a:t>Calgary's Premier Data &amp; AI Consultancy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Ripotek Technologies empowers enterprises to transform their data into strategic assets. We specialize in modernizing data infrastructure, implementing advanced analytics, and building production-ready AI solutions that drive real business value.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50+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0" y="1691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Enterprise Clients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2,000+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0" y="2606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Professionals Trained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$12M+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943600" y="3520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Client Value Delivered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85%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943600" y="4434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Training Placement Rate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Our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Real outcomes that drive business transformation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920240" cy="20116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031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50+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Enterprise Clients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Across Canada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828800"/>
            <a:ext cx="1920240" cy="20116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1031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2,000+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60320" y="274320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Professionals Trained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310896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Since 2023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1920240" cy="20116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031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$12M+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274320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Client Value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310896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Measurable ROI Delivered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828800"/>
            <a:ext cx="1920240" cy="20116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1031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85%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66560" y="274320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Job Placement Rate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310896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Within 90 Days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What We 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End-to-End Data &amp; AI Solutions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From strategy to implementation, we deliver comprehensive solutions that transform how enterprises leverage data.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Our Services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Six Pillars of Excellence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Strategy &amp; Governance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Data strategy, governance frameworks, COE setup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5176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6459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Data Platform Build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2103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Azure, Databricks, Fabric implementations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65176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6459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Analytics &amp; BI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2103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Power BI, semantic models, self-service analytics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265176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576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MLOps &amp; 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Production AI, GenAI integration, ML pipelines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3383280"/>
            <a:ext cx="265176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6576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Managed Services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41148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24/7 support, optimization, health monitoring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3383280"/>
            <a:ext cx="265176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6576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Enterprise Training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41148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Bootcamps, certifications, knowledge transfer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Industries We Serve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Deep Expertise Across Sectors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031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Energy &amp; Utilities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64592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21031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Financial Services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64592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1031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Public Sector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66560" y="164592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21031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Healthcare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Our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World-Class Expertise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Prince Andrew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CEO &amp; Founder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12+ years in enterprise data systems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9202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01168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Sarah Chen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23317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Chief Technology Officer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265176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15+ years Fortune 500 data architecture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202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01168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Dr. Priya Sharma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3317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VP of AI &amp; Innovation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65176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PhD in ML, 10+ years AI/ML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1371600"/>
            <a:ext cx="19202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01168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David Thompson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23317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VP of Training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265176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2,000+ students trained, 85% placement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914400"/>
          </a:xfrm>
          <a:prstGeom prst="round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50+ Years Combined Experience  |  40+ Professional Certifications  |  Fortune 500 Project Experience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Comprehensive Solutions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Our Services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Services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Strategy &amp; Governance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Foundation for Data Excellence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Data Strategy Development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Governance Framework Design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Center of Excellence Setup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Data Quality Programs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Services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Data Platform Build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Modern Data Infrastructure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Azure Data Platform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Databricks Lakehouse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Microsoft Fabric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Data Migration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Services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Analytics &amp; BI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Insights That Drive Action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Power BI Implementation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Semantic Models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Self-Service Analytics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Embedded Analytics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Services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MLOps &amp;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Production-Grade AI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GenAI Integration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ML Pipeline Development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Model Monitoring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Azure OpenAI Solutions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Services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Managed Services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24/7 Expert Support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Platform Monitoring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Performance Optimization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Incident Response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Continuous Improvement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Services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Enterprise Training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Build Internal Capability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Custom Bootcamps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Certification Prep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Knowledge Transfer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Team Upskilling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Ecosystem &amp; Expertise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Technology Partners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Microsoft Azure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9202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82880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Databricks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19202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82880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Microsoft Fabric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0" y="1371600"/>
            <a:ext cx="19202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82880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Power BI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19202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747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Snowflake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0" y="3017520"/>
            <a:ext cx="19202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34747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AWS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19202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4747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Google Cloud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8229600" cy="1097280"/>
          </a:xfrm>
          <a:prstGeom prst="roundRect">
            <a:avLst/>
          </a:prstGeom>
          <a:solidFill>
            <a:srgbClr val="1E3A8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937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40+ Azure Certifications  |  Databricks Certified Architects  |  Power BI Specialists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How We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Our Delivery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45920" y="1828800"/>
            <a:ext cx="731520" cy="73152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1965960"/>
            <a:ext cx="731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Discovery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</a:rPr>
              <a:t>2-4 Weeks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731520" cy="73152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965960"/>
            <a:ext cx="731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0" y="27432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Implementation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0" y="32004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</a:rPr>
              <a:t>3-6 Months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0" y="1828800"/>
            <a:ext cx="731520" cy="73152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1965960"/>
            <a:ext cx="731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27432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Support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32004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</a:rPr>
              <a:t>Ongoing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Success Stories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Case Studies</a:t>
            </a:r>
            <a:endParaRPr lang="en-US" sz="5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Major Energy Company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Challenge: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Legacy data warehouse modernization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Solution: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Azure Databricks lakehouse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Result: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60% cost reduction, 10x faster queries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Financial Services Firm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Challenge: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Real-time fraud detection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Solution: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Azure ML + Databricks streaming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Result: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85% fraud detection improvement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Ripotek Academy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Professional Training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Launch Your Data Career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Launch Your Data Career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Training Programs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Power BI Analyst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 Weeks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$700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1920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46304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Python for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182880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 Weeks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219456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$700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1920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46304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Prompt Engineering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82880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 Weeks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19456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$700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1188720"/>
            <a:ext cx="1920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46304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Azure Data Engineer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182880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24 Weeks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219456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$1,500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1920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9184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Databricks Engineer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65760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24 Weeks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02336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$1,500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60320" y="3017520"/>
            <a:ext cx="1920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329184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AI Engineer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365760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24 Weeks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51760" y="402336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$1,800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3017520"/>
            <a:ext cx="1920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29184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BI Analyst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365760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 Weeks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402336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$700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66560" y="3017520"/>
            <a:ext cx="1920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329184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Azure Data Factory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0" y="365760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 Weeks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402336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$1,000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5029200"/>
            <a:ext cx="8229600" cy="731520"/>
          </a:xfrm>
          <a:prstGeom prst="roundRect">
            <a:avLst/>
          </a:prstGeom>
          <a:solidFill>
            <a:srgbClr val="1E3A8A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5212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85% Placement Rate  |  90 Days Avg. Time to Hire  |  2,000+ Students Trained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Career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Training-to-Hire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We don't just teach skills; we build careers. Our integrated model ensures you are job-ready from day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37744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Live Training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57400" y="228600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237744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3017520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Portfolio Building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228600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237744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3017520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Mentorship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228600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37744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017520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Interview Prep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228600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37744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0" y="3017520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Partner Intros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43800" y="228600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7543800" y="237744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0" y="3017520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Job Placement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Why Ripotek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Our Competitive Advantage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Industry Expertise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10+ years across Energy, Finance, Healthcare, Public Sector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Knowledge Transfer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7373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We train your teams to own the solutions we build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Proven Results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$12M+ measurable ROI delivered to clients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Modern Stack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35661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Azure, Databricks, Fabric, Power BI, cutting-edge AI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Client Success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What Our Clients Say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</a:rPr>
              <a:t>"Ripotek transformed our data infrastructure in 6 months. The team's expertise in Azure and Databricks is unmatched."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— VP of Analytics, Major Energy Corp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Flexible Partnerships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Engagement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Project-Based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Fixed scope, timeline, and budget for defined deliverables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36576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Staff Augmentation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20116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Skilled consultants embedded in your team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36576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74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Managed Services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Ongoing support and optimization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3200400"/>
            <a:ext cx="36576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474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Training Programs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38404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Upskill your workforce with our academy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Let's Get Started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Ready to Transform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Your Data Strategy?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Book a free discovery call to discuss your data challenges and goals.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Get In Touch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Contact 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Headquarters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Calgary, Alberta, Canada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Phone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+1 587-259-0033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Website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</a:rPr>
              <a:t>www.ripotek.com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188720"/>
            <a:ext cx="4114800" cy="3200400"/>
          </a:xfrm>
          <a:prstGeom prst="roundRect">
            <a:avLst/>
          </a:prstGeom>
          <a:solidFill>
            <a:srgbClr val="1E3A8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info@ripotek.com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consulting@ripotek.com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training@ripotek.com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careers@ripotek.com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</a:rPr>
              <a:t>Design. Engineer. Deliver.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Certifications &amp; Tech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Team Certifications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Azure Solutions Architect Expert (5)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Azure Data Engineer Associate (8)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Databricks Data Engineer Pro (4)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Power BI Data Analyst Associate (6)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AWS Solutions Architect (2)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Technology Stack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Cloud: Microsoft Azure, AWS, GCP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Data: Databricks, Synapse, Fabric, Snowflake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ETL: Azure Data Factory, Databricks Workflows, dbt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BI: Power BI, Tableau, Analysis Services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017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AI/ML: Azure OpenAI, Azure ML, LangChain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Ripotek Technologies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Ripotek Capabilities Deck 2026</dc:title>
  <dc:subject>Enterprise Data &amp; AI Solutions</dc:subject>
  <dc:creator>Ripotek Technologies Inc.</dc:creator>
  <cp:lastModifiedBy>Ripotek Technologies Inc.</cp:lastModifiedBy>
  <cp:revision>1</cp:revision>
  <dcterms:created xsi:type="dcterms:W3CDTF">2026-01-28T20:58:01Z</dcterms:created>
  <dcterms:modified xsi:type="dcterms:W3CDTF">2026-01-28T20:58:01Z</dcterms:modified>
</cp:coreProperties>
</file>